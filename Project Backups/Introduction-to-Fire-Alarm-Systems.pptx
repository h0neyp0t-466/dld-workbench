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4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010966"/>
            <a:ext cx="7477601" cy="2874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 to Fire Alarm Systems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833199" y="5218867"/>
            <a:ext cx="747760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are essential for protecting lives and property in the event of a fire. They are designed to detect a fire and alert occupants so they can evacuate safely.</a:t>
            </a:r>
            <a:endParaRPr lang="en-US" sz="1750" dirty="0"/>
          </a:p>
        </p:txBody>
      </p:sp>
      <p:pic>
        <p:nvPicPr>
          <p:cNvPr id="7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758" y="8050924"/>
            <a:ext cx="365202" cy="87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357074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74570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01228" y="2829044"/>
            <a:ext cx="17335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745700"/>
            <a:ext cx="4444008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Understanding Fire Alarm Systems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573304"/>
            <a:ext cx="4444008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a basic understanding of how fire alarm systems work, their components, and their functions.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6285" y="274570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7013" y="2829044"/>
            <a:ext cx="27836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8148399" y="2745700"/>
            <a:ext cx="4444008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Types of Fire Alarm Systems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8148399" y="3573304"/>
            <a:ext cx="4444008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different types of fire alarm systems, including conventional, addressable, and intelligent systems.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037993" y="50451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126" y="5128498"/>
            <a:ext cx="27967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2760107" y="5045154"/>
            <a:ext cx="4444008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Importance of Fire Safety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2760107" y="5872758"/>
            <a:ext cx="4444008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Recognize the crucial role fire alarm systems play in fire prevention and life safety.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6285" y="50451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2727" y="5128498"/>
            <a:ext cx="286941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8148399" y="5045154"/>
            <a:ext cx="4444008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Maintenance and Inspections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8148399" y="5872758"/>
            <a:ext cx="4444008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the importance of regular maintenance and inspections to ensure the reliability of fire alarm systems.</a:t>
            </a:r>
            <a:endParaRPr lang="en-US" sz="1750" dirty="0"/>
          </a:p>
        </p:txBody>
      </p:sp>
      <p:pic>
        <p:nvPicPr>
          <p:cNvPr id="2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4325600" y="8138159"/>
            <a:ext cx="213360" cy="50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879158"/>
            <a:ext cx="1051143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Fire Alarm Systems Work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017871"/>
            <a:ext cx="1110972" cy="17774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2221" y="224004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Detection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3482221" y="2720459"/>
            <a:ext cx="911018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use sensors to detect the presence of fire, such as smoke detectors, heat detectors, or flame detectors.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993" y="3795355"/>
            <a:ext cx="1110972" cy="1777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82221" y="4017526"/>
            <a:ext cx="352651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Signal Transmission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3482221" y="4497943"/>
            <a:ext cx="911018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a sensor detects a fire, it transmits a signal to the control panel, which is the central unit of the fire alarm system.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993" y="5572839"/>
            <a:ext cx="1110972" cy="17774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82221" y="579501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Notification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3482221" y="6275427"/>
            <a:ext cx="911018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control panel activates notification devices, such as alarms, horns, and strobes, to alert occupants of a fire hazard.</a:t>
            </a:r>
            <a:endParaRPr lang="en-US" sz="1750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4199476" y="8138159"/>
            <a:ext cx="339484" cy="810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-10510" y="-1051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31908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Need in Society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8170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Life Safety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751064"/>
            <a:ext cx="3156347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are critical for saving lives by providing early warning of fire, allowing for prompt evacuation, and reducing the risk of injuries.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81707"/>
            <a:ext cx="315634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Property Protection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409825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help to minimize property damage by detecting fires early and enabling rapid response, reducing the extent of the fire and minimizing the loss.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81707"/>
            <a:ext cx="315634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Emergency Response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409825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facilitate a quick and efficient response from emergency services, such as firefighters and paramedics, by automatically alerting them to a fire.</a:t>
            </a:r>
            <a:endParaRPr lang="en-US" sz="175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4220497" y="8138159"/>
            <a:ext cx="318463" cy="76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973812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Benefits of Fire Alarm Systems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80689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3036689"/>
            <a:ext cx="292369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Improved Safety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517106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enhance safety by providing early warning, guiding evacuation, and reducing the risk of injuries.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80689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3036689"/>
            <a:ext cx="3793688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Reduced Fire Damage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517106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help to minimize property damage by detecting fires early, allowing for faster response and reducing the extent of the fire.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968835"/>
            <a:ext cx="5166122" cy="2286953"/>
          </a:xfrm>
          <a:prstGeom prst="roundRect">
            <a:avLst>
              <a:gd name="adj" fmla="val 43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5198626"/>
            <a:ext cx="427815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Enhanced Peace of Mind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679043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provide peace of mind by knowing that occupants will be alerted in the event of a fire and can evacuate safely.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968835"/>
            <a:ext cx="5166122" cy="2286953"/>
          </a:xfrm>
          <a:prstGeom prst="roundRect">
            <a:avLst>
              <a:gd name="adj" fmla="val 43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5198626"/>
            <a:ext cx="4706541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Compliance with Regulations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6026229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jurisdictions require fire alarm systems in buildings for safety and compliance purposes.</a:t>
            </a:r>
            <a:endParaRPr lang="en-US" sz="1750" dirty="0"/>
          </a:p>
        </p:txBody>
      </p:sp>
      <p:pic>
        <p:nvPicPr>
          <p:cNvPr id="1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4294069" y="8138159"/>
            <a:ext cx="244891" cy="58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243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37993" y="787598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Scope in Future</a:t>
            </a:r>
            <a:endParaRPr lang="en-US" sz="4374" dirty="0"/>
          </a:p>
        </p:txBody>
      </p:sp>
      <p:sp>
        <p:nvSpPr>
          <p:cNvPr id="7" name="Shape 4"/>
          <p:cNvSpPr/>
          <p:nvPr/>
        </p:nvSpPr>
        <p:spPr>
          <a:xfrm>
            <a:off x="2037993" y="4628555"/>
            <a:ext cx="10554414" cy="44410"/>
          </a:xfrm>
          <a:prstGeom prst="roundRect">
            <a:avLst>
              <a:gd name="adj" fmla="val 225151"/>
            </a:avLst>
          </a:prstGeom>
          <a:solidFill>
            <a:srgbClr val="BCDBD4"/>
          </a:solidFill>
          <a:ln/>
        </p:spPr>
      </p:sp>
      <p:sp>
        <p:nvSpPr>
          <p:cNvPr id="8" name="Shape 5"/>
          <p:cNvSpPr/>
          <p:nvPr/>
        </p:nvSpPr>
        <p:spPr>
          <a:xfrm>
            <a:off x="4598849" y="3851017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BCDBD4"/>
          </a:solidFill>
          <a:ln/>
        </p:spPr>
      </p:sp>
      <p:sp>
        <p:nvSpPr>
          <p:cNvPr id="9" name="Shape 6"/>
          <p:cNvSpPr/>
          <p:nvPr/>
        </p:nvSpPr>
        <p:spPr>
          <a:xfrm>
            <a:off x="4371142" y="437858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4376" y="4461927"/>
            <a:ext cx="17335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2922508" y="1815227"/>
            <a:ext cx="339709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Integration with IoT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2260163" y="2295644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will increasingly integrate with the Internet of Things (IoT) for enhanced connectivity, remote monitoring, and data analysis.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292995" y="4628495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BCDBD4"/>
          </a:solidFill>
          <a:ln/>
        </p:spPr>
      </p:sp>
      <p:sp>
        <p:nvSpPr>
          <p:cNvPr id="14" name="Shape 11"/>
          <p:cNvSpPr/>
          <p:nvPr/>
        </p:nvSpPr>
        <p:spPr>
          <a:xfrm>
            <a:off x="7065288" y="437858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6016" y="4461927"/>
            <a:ext cx="27836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5184338" y="5628442"/>
            <a:ext cx="426172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Artificial Intelligence (AI)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4954310" y="6108859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will play a more significant role in fire alarm systems, enabling intelligent fire detection, real-time risk assessment, and automated response.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9987141" y="3851017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BCDBD4"/>
          </a:solidFill>
          <a:ln/>
        </p:spPr>
      </p:sp>
      <p:sp>
        <p:nvSpPr>
          <p:cNvPr id="19" name="Shape 16"/>
          <p:cNvSpPr/>
          <p:nvPr/>
        </p:nvSpPr>
        <p:spPr>
          <a:xfrm>
            <a:off x="9759434" y="437858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69567" y="4461927"/>
            <a:ext cx="27967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24" dirty="0"/>
          </a:p>
        </p:txBody>
      </p:sp>
      <p:sp>
        <p:nvSpPr>
          <p:cNvPr id="21" name="Text 18"/>
          <p:cNvSpPr/>
          <p:nvPr/>
        </p:nvSpPr>
        <p:spPr>
          <a:xfrm>
            <a:off x="7884914" y="1815227"/>
            <a:ext cx="424874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Home Integration</a:t>
            </a:r>
            <a:endParaRPr lang="en-US" sz="2187" dirty="0"/>
          </a:p>
        </p:txBody>
      </p:sp>
      <p:sp>
        <p:nvSpPr>
          <p:cNvPr id="22" name="Text 19"/>
          <p:cNvSpPr/>
          <p:nvPr/>
        </p:nvSpPr>
        <p:spPr>
          <a:xfrm>
            <a:off x="7648456" y="2295644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will be seamlessly integrated with smart home systems for personalized alerts, automated fire suppression, and remote control.</a:t>
            </a:r>
            <a:endParaRPr lang="en-US" sz="1750" dirty="0"/>
          </a:p>
        </p:txBody>
      </p:sp>
      <p:pic>
        <p:nvPicPr>
          <p:cNvPr id="23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flipV="1">
            <a:off x="14538960" y="8138159"/>
            <a:ext cx="191396" cy="45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3045500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333F7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4184213"/>
            <a:ext cx="10554414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alarm systems are essential for life safety and property protection. By understanding their workings, benefits, and future trends, we can ensure a safer environment for ourselves and our communities.</a:t>
            </a:r>
            <a:endParaRPr lang="en-US" sz="1750" dirty="0"/>
          </a:p>
        </p:txBody>
      </p:sp>
      <p:pic>
        <p:nvPicPr>
          <p:cNvPr id="6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758" y="8050924"/>
            <a:ext cx="365202" cy="87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531</Words>
  <Application>Microsoft Office PowerPoint</Application>
  <PresentationFormat>Custom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Open Sans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Shaheer</cp:lastModifiedBy>
  <cp:revision>2</cp:revision>
  <dcterms:created xsi:type="dcterms:W3CDTF">2024-06-21T16:13:03Z</dcterms:created>
  <dcterms:modified xsi:type="dcterms:W3CDTF">2024-06-21T16:16:09Z</dcterms:modified>
</cp:coreProperties>
</file>